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2"/>
  </p:notesMasterIdLst>
  <p:sldIdLst>
    <p:sldId id="259" r:id="rId2"/>
    <p:sldId id="258" r:id="rId3"/>
    <p:sldId id="260" r:id="rId4"/>
    <p:sldId id="261" r:id="rId5"/>
    <p:sldId id="262" r:id="rId6"/>
    <p:sldId id="264" r:id="rId7"/>
    <p:sldId id="263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4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t Vanstad" userId="d596826cea3a8914" providerId="LiveId" clId="{F3CEDF0D-2C37-4C72-B81D-C011A3E2EDA1}"/>
    <pc:docChg chg="undo custSel addSld modSld sldOrd">
      <pc:chgData name="Clement Vanstad" userId="d596826cea3a8914" providerId="LiveId" clId="{F3CEDF0D-2C37-4C72-B81D-C011A3E2EDA1}" dt="2026-03-30T20:50:34.913" v="913" actId="255"/>
      <pc:docMkLst>
        <pc:docMk/>
      </pc:docMkLst>
      <pc:sldChg chg="modSp mod">
        <pc:chgData name="Clement Vanstad" userId="d596826cea3a8914" providerId="LiveId" clId="{F3CEDF0D-2C37-4C72-B81D-C011A3E2EDA1}" dt="2026-03-30T20:49:27.594" v="904" actId="20577"/>
        <pc:sldMkLst>
          <pc:docMk/>
          <pc:sldMk cId="2689089790" sldId="258"/>
        </pc:sldMkLst>
        <pc:spChg chg="mod">
          <ac:chgData name="Clement Vanstad" userId="d596826cea3a8914" providerId="LiveId" clId="{F3CEDF0D-2C37-4C72-B81D-C011A3E2EDA1}" dt="2026-03-30T08:43:16.151" v="573" actId="113"/>
          <ac:spMkLst>
            <pc:docMk/>
            <pc:sldMk cId="2689089790" sldId="258"/>
            <ac:spMk id="2" creationId="{9D6A748D-BEEC-43A4-BFF3-B31C0275A5D9}"/>
          </ac:spMkLst>
        </pc:spChg>
        <pc:spChg chg="mod">
          <ac:chgData name="Clement Vanstad" userId="d596826cea3a8914" providerId="LiveId" clId="{F3CEDF0D-2C37-4C72-B81D-C011A3E2EDA1}" dt="2026-03-30T20:49:27.594" v="904" actId="20577"/>
          <ac:spMkLst>
            <pc:docMk/>
            <pc:sldMk cId="2689089790" sldId="258"/>
            <ac:spMk id="7" creationId="{F50EE636-A392-4531-8DB9-AAF198A5715F}"/>
          </ac:spMkLst>
        </pc:spChg>
      </pc:sldChg>
      <pc:sldChg chg="modSp mod">
        <pc:chgData name="Clement Vanstad" userId="d596826cea3a8914" providerId="LiveId" clId="{F3CEDF0D-2C37-4C72-B81D-C011A3E2EDA1}" dt="2026-03-30T10:18:43.349" v="862" actId="1076"/>
        <pc:sldMkLst>
          <pc:docMk/>
          <pc:sldMk cId="634843304" sldId="260"/>
        </pc:sldMkLst>
        <pc:spChg chg="mod">
          <ac:chgData name="Clement Vanstad" userId="d596826cea3a8914" providerId="LiveId" clId="{F3CEDF0D-2C37-4C72-B81D-C011A3E2EDA1}" dt="2026-03-30T10:18:35.156" v="861" actId="1076"/>
          <ac:spMkLst>
            <pc:docMk/>
            <pc:sldMk cId="634843304" sldId="260"/>
            <ac:spMk id="2" creationId="{C839BE56-52D0-8E57-87B7-42C219A453B6}"/>
          </ac:spMkLst>
        </pc:spChg>
        <pc:spChg chg="mod">
          <ac:chgData name="Clement Vanstad" userId="d596826cea3a8914" providerId="LiveId" clId="{F3CEDF0D-2C37-4C72-B81D-C011A3E2EDA1}" dt="2026-03-30T10:18:43.349" v="862" actId="1076"/>
          <ac:spMkLst>
            <pc:docMk/>
            <pc:sldMk cId="634843304" sldId="260"/>
            <ac:spMk id="3" creationId="{8AB8CA3D-1B91-511B-3057-A23C7B70F499}"/>
          </ac:spMkLst>
        </pc:spChg>
      </pc:sldChg>
      <pc:sldChg chg="modSp mod">
        <pc:chgData name="Clement Vanstad" userId="d596826cea3a8914" providerId="LiveId" clId="{F3CEDF0D-2C37-4C72-B81D-C011A3E2EDA1}" dt="2026-03-30T10:08:24.193" v="857" actId="207"/>
        <pc:sldMkLst>
          <pc:docMk/>
          <pc:sldMk cId="264732113" sldId="261"/>
        </pc:sldMkLst>
        <pc:spChg chg="mod">
          <ac:chgData name="Clement Vanstad" userId="d596826cea3a8914" providerId="LiveId" clId="{F3CEDF0D-2C37-4C72-B81D-C011A3E2EDA1}" dt="2026-03-30T08:43:45.460" v="575" actId="255"/>
          <ac:spMkLst>
            <pc:docMk/>
            <pc:sldMk cId="264732113" sldId="261"/>
            <ac:spMk id="2" creationId="{AAA38CD5-6091-9D06-B7D8-A1CF30CA35B7}"/>
          </ac:spMkLst>
        </pc:spChg>
        <pc:spChg chg="mod">
          <ac:chgData name="Clement Vanstad" userId="d596826cea3a8914" providerId="LiveId" clId="{F3CEDF0D-2C37-4C72-B81D-C011A3E2EDA1}" dt="2026-03-30T10:08:16.138" v="855" actId="207"/>
          <ac:spMkLst>
            <pc:docMk/>
            <pc:sldMk cId="264732113" sldId="261"/>
            <ac:spMk id="3" creationId="{A655A94B-8E8E-9FF1-EF77-9CF877A104F5}"/>
          </ac:spMkLst>
        </pc:spChg>
        <pc:spChg chg="mod">
          <ac:chgData name="Clement Vanstad" userId="d596826cea3a8914" providerId="LiveId" clId="{F3CEDF0D-2C37-4C72-B81D-C011A3E2EDA1}" dt="2026-03-30T10:08:19.837" v="856" actId="207"/>
          <ac:spMkLst>
            <pc:docMk/>
            <pc:sldMk cId="264732113" sldId="261"/>
            <ac:spMk id="5" creationId="{D7AE81B6-6570-62D7-113F-D71576EBA500}"/>
          </ac:spMkLst>
        </pc:spChg>
        <pc:spChg chg="mod">
          <ac:chgData name="Clement Vanstad" userId="d596826cea3a8914" providerId="LiveId" clId="{F3CEDF0D-2C37-4C72-B81D-C011A3E2EDA1}" dt="2026-03-30T10:08:24.193" v="857" actId="207"/>
          <ac:spMkLst>
            <pc:docMk/>
            <pc:sldMk cId="264732113" sldId="261"/>
            <ac:spMk id="7" creationId="{3B9655DF-3FFD-59E1-DCD0-B0AA70CEBB5E}"/>
          </ac:spMkLst>
        </pc:spChg>
      </pc:sldChg>
      <pc:sldChg chg="modSp mod">
        <pc:chgData name="Clement Vanstad" userId="d596826cea3a8914" providerId="LiveId" clId="{F3CEDF0D-2C37-4C72-B81D-C011A3E2EDA1}" dt="2026-03-30T10:17:48.496" v="860" actId="20577"/>
        <pc:sldMkLst>
          <pc:docMk/>
          <pc:sldMk cId="3171310822" sldId="262"/>
        </pc:sldMkLst>
        <pc:spChg chg="mod">
          <ac:chgData name="Clement Vanstad" userId="d596826cea3a8914" providerId="LiveId" clId="{F3CEDF0D-2C37-4C72-B81D-C011A3E2EDA1}" dt="2026-03-30T08:43:53.413" v="576" actId="255"/>
          <ac:spMkLst>
            <pc:docMk/>
            <pc:sldMk cId="3171310822" sldId="262"/>
            <ac:spMk id="9" creationId="{8A3E2ED4-F221-9BA2-902F-C15FE7684A43}"/>
          </ac:spMkLst>
        </pc:spChg>
        <pc:spChg chg="mod">
          <ac:chgData name="Clement Vanstad" userId="d596826cea3a8914" providerId="LiveId" clId="{F3CEDF0D-2C37-4C72-B81D-C011A3E2EDA1}" dt="2026-03-30T10:17:48.496" v="860" actId="20577"/>
          <ac:spMkLst>
            <pc:docMk/>
            <pc:sldMk cId="3171310822" sldId="262"/>
            <ac:spMk id="11" creationId="{687BDAF7-B6DB-59D1-33B7-61385922C176}"/>
          </ac:spMkLst>
        </pc:spChg>
        <pc:picChg chg="mod">
          <ac:chgData name="Clement Vanstad" userId="d596826cea3a8914" providerId="LiveId" clId="{F3CEDF0D-2C37-4C72-B81D-C011A3E2EDA1}" dt="2026-03-30T08:32:28.156" v="430" actId="1076"/>
          <ac:picMkLst>
            <pc:docMk/>
            <pc:sldMk cId="3171310822" sldId="262"/>
            <ac:picMk id="14" creationId="{D6CD3FDC-1754-143A-5FE6-1B389219284C}"/>
          </ac:picMkLst>
        </pc:picChg>
      </pc:sldChg>
      <pc:sldChg chg="addSp delSp modSp new mod modClrScheme chgLayout">
        <pc:chgData name="Clement Vanstad" userId="d596826cea3a8914" providerId="LiveId" clId="{F3CEDF0D-2C37-4C72-B81D-C011A3E2EDA1}" dt="2026-03-30T10:07:41.138" v="851" actId="207"/>
        <pc:sldMkLst>
          <pc:docMk/>
          <pc:sldMk cId="4198768541" sldId="263"/>
        </pc:sldMkLst>
        <pc:spChg chg="del mod ord">
          <ac:chgData name="Clement Vanstad" userId="d596826cea3a8914" providerId="LiveId" clId="{F3CEDF0D-2C37-4C72-B81D-C011A3E2EDA1}" dt="2026-03-30T08:22:15.002" v="13" actId="700"/>
          <ac:spMkLst>
            <pc:docMk/>
            <pc:sldMk cId="4198768541" sldId="263"/>
            <ac:spMk id="2" creationId="{36DDC997-9ACC-60FF-88F7-791B2AE94D55}"/>
          </ac:spMkLst>
        </pc:spChg>
        <pc:spChg chg="del">
          <ac:chgData name="Clement Vanstad" userId="d596826cea3a8914" providerId="LiveId" clId="{F3CEDF0D-2C37-4C72-B81D-C011A3E2EDA1}" dt="2026-03-30T08:22:15.002" v="13" actId="700"/>
          <ac:spMkLst>
            <pc:docMk/>
            <pc:sldMk cId="4198768541" sldId="263"/>
            <ac:spMk id="3" creationId="{30C417C1-6F49-7A03-B582-3CCC449DE85B}"/>
          </ac:spMkLst>
        </pc:spChg>
        <pc:spChg chg="del mod ord">
          <ac:chgData name="Clement Vanstad" userId="d596826cea3a8914" providerId="LiveId" clId="{F3CEDF0D-2C37-4C72-B81D-C011A3E2EDA1}" dt="2026-03-30T08:22:15.002" v="13" actId="700"/>
          <ac:spMkLst>
            <pc:docMk/>
            <pc:sldMk cId="4198768541" sldId="263"/>
            <ac:spMk id="4" creationId="{18B7DB4C-CF53-F54B-1F70-1AF72D0BBAAB}"/>
          </ac:spMkLst>
        </pc:spChg>
        <pc:spChg chg="mod ord">
          <ac:chgData name="Clement Vanstad" userId="d596826cea3a8914" providerId="LiveId" clId="{F3CEDF0D-2C37-4C72-B81D-C011A3E2EDA1}" dt="2026-03-30T08:32:47.051" v="432" actId="255"/>
          <ac:spMkLst>
            <pc:docMk/>
            <pc:sldMk cId="4198768541" sldId="263"/>
            <ac:spMk id="5" creationId="{6E9D018C-8C8F-F002-D940-A84590C39ED5}"/>
          </ac:spMkLst>
        </pc:spChg>
        <pc:spChg chg="add del mod ord">
          <ac:chgData name="Clement Vanstad" userId="d596826cea3a8914" providerId="LiveId" clId="{F3CEDF0D-2C37-4C72-B81D-C011A3E2EDA1}" dt="2026-03-30T08:22:24.728" v="14" actId="700"/>
          <ac:spMkLst>
            <pc:docMk/>
            <pc:sldMk cId="4198768541" sldId="263"/>
            <ac:spMk id="6" creationId="{8CEF4EB9-F461-F02C-E481-F12BE89A2ACB}"/>
          </ac:spMkLst>
        </pc:spChg>
        <pc:spChg chg="add del mod ord">
          <ac:chgData name="Clement Vanstad" userId="d596826cea3a8914" providerId="LiveId" clId="{F3CEDF0D-2C37-4C72-B81D-C011A3E2EDA1}" dt="2026-03-30T08:22:24.728" v="14" actId="700"/>
          <ac:spMkLst>
            <pc:docMk/>
            <pc:sldMk cId="4198768541" sldId="263"/>
            <ac:spMk id="7" creationId="{0C297EFC-A224-BCEE-1E02-471E3D6B9578}"/>
          </ac:spMkLst>
        </pc:spChg>
        <pc:spChg chg="add mod ord">
          <ac:chgData name="Clement Vanstad" userId="d596826cea3a8914" providerId="LiveId" clId="{F3CEDF0D-2C37-4C72-B81D-C011A3E2EDA1}" dt="2026-03-30T08:44:04.468" v="577" actId="255"/>
          <ac:spMkLst>
            <pc:docMk/>
            <pc:sldMk cId="4198768541" sldId="263"/>
            <ac:spMk id="8" creationId="{77260D3A-9D99-13D9-7BE8-DA5B39AAA26C}"/>
          </ac:spMkLst>
        </pc:spChg>
        <pc:spChg chg="add del mod ord">
          <ac:chgData name="Clement Vanstad" userId="d596826cea3a8914" providerId="LiveId" clId="{F3CEDF0D-2C37-4C72-B81D-C011A3E2EDA1}" dt="2026-03-30T08:22:40.678" v="15"/>
          <ac:spMkLst>
            <pc:docMk/>
            <pc:sldMk cId="4198768541" sldId="263"/>
            <ac:spMk id="9" creationId="{42B459FD-796C-1266-B412-62BA45639AF0}"/>
          </ac:spMkLst>
        </pc:spChg>
        <pc:spChg chg="add mod ord">
          <ac:chgData name="Clement Vanstad" userId="d596826cea3a8914" providerId="LiveId" clId="{F3CEDF0D-2C37-4C72-B81D-C011A3E2EDA1}" dt="2026-03-30T10:07:41.138" v="851" actId="207"/>
          <ac:spMkLst>
            <pc:docMk/>
            <pc:sldMk cId="4198768541" sldId="263"/>
            <ac:spMk id="10" creationId="{F5BAC287-B994-CA3B-BD8D-D9128D8F7EF3}"/>
          </ac:spMkLst>
        </pc:spChg>
        <pc:picChg chg="add mod">
          <ac:chgData name="Clement Vanstad" userId="d596826cea3a8914" providerId="LiveId" clId="{F3CEDF0D-2C37-4C72-B81D-C011A3E2EDA1}" dt="2026-03-30T08:22:54.455" v="19" actId="14100"/>
          <ac:picMkLst>
            <pc:docMk/>
            <pc:sldMk cId="4198768541" sldId="263"/>
            <ac:picMk id="11" creationId="{C6BF8C39-FEE3-2CE4-6D30-E0607B0A240D}"/>
          </ac:picMkLst>
        </pc:picChg>
      </pc:sldChg>
      <pc:sldChg chg="addSp delSp modSp new mod ord">
        <pc:chgData name="Clement Vanstad" userId="d596826cea3a8914" providerId="LiveId" clId="{F3CEDF0D-2C37-4C72-B81D-C011A3E2EDA1}" dt="2026-03-30T10:19:09.923" v="881" actId="20577"/>
        <pc:sldMkLst>
          <pc:docMk/>
          <pc:sldMk cId="1469973563" sldId="264"/>
        </pc:sldMkLst>
        <pc:spChg chg="mod">
          <ac:chgData name="Clement Vanstad" userId="d596826cea3a8914" providerId="LiveId" clId="{F3CEDF0D-2C37-4C72-B81D-C011A3E2EDA1}" dt="2026-03-30T08:44:35.533" v="580" actId="255"/>
          <ac:spMkLst>
            <pc:docMk/>
            <pc:sldMk cId="1469973563" sldId="264"/>
            <ac:spMk id="2" creationId="{73B05884-7779-8D03-1541-D307BBE55E08}"/>
          </ac:spMkLst>
        </pc:spChg>
        <pc:spChg chg="del">
          <ac:chgData name="Clement Vanstad" userId="d596826cea3a8914" providerId="LiveId" clId="{F3CEDF0D-2C37-4C72-B81D-C011A3E2EDA1}" dt="2026-03-30T08:34:04.481" v="434"/>
          <ac:spMkLst>
            <pc:docMk/>
            <pc:sldMk cId="1469973563" sldId="264"/>
            <ac:spMk id="3" creationId="{C5CC45E6-43FD-ABD4-EC72-E45FD96F1710}"/>
          </ac:spMkLst>
        </pc:spChg>
        <pc:spChg chg="mod">
          <ac:chgData name="Clement Vanstad" userId="d596826cea3a8914" providerId="LiveId" clId="{F3CEDF0D-2C37-4C72-B81D-C011A3E2EDA1}" dt="2026-03-30T10:19:09.923" v="881" actId="20577"/>
          <ac:spMkLst>
            <pc:docMk/>
            <pc:sldMk cId="1469973563" sldId="264"/>
            <ac:spMk id="4" creationId="{041B07F1-BFE3-EC9D-A99E-AEA7AADF41B0}"/>
          </ac:spMkLst>
        </pc:spChg>
        <pc:spChg chg="mod">
          <ac:chgData name="Clement Vanstad" userId="d596826cea3a8914" providerId="LiveId" clId="{F3CEDF0D-2C37-4C72-B81D-C011A3E2EDA1}" dt="2026-03-30T08:35:30.594" v="467" actId="255"/>
          <ac:spMkLst>
            <pc:docMk/>
            <pc:sldMk cId="1469973563" sldId="264"/>
            <ac:spMk id="5" creationId="{79821221-C044-7EC1-E1BA-AF323ACBFA12}"/>
          </ac:spMkLst>
        </pc:spChg>
        <pc:spChg chg="add del mod">
          <ac:chgData name="Clement Vanstad" userId="d596826cea3a8914" providerId="LiveId" clId="{F3CEDF0D-2C37-4C72-B81D-C011A3E2EDA1}" dt="2026-03-30T08:37:34.503" v="469"/>
          <ac:spMkLst>
            <pc:docMk/>
            <pc:sldMk cId="1469973563" sldId="264"/>
            <ac:spMk id="8" creationId="{4DF78DC5-321E-304E-FBC8-7A7D485B025D}"/>
          </ac:spMkLst>
        </pc:spChg>
        <pc:picChg chg="add del mod">
          <ac:chgData name="Clement Vanstad" userId="d596826cea3a8914" providerId="LiveId" clId="{F3CEDF0D-2C37-4C72-B81D-C011A3E2EDA1}" dt="2026-03-30T08:37:31.237" v="468" actId="478"/>
          <ac:picMkLst>
            <pc:docMk/>
            <pc:sldMk cId="1469973563" sldId="264"/>
            <ac:picMk id="6" creationId="{BC411D4B-4631-F652-7BA9-33CFF75C630D}"/>
          </ac:picMkLst>
        </pc:picChg>
        <pc:picChg chg="add mod">
          <ac:chgData name="Clement Vanstad" userId="d596826cea3a8914" providerId="LiveId" clId="{F3CEDF0D-2C37-4C72-B81D-C011A3E2EDA1}" dt="2026-03-30T08:37:51.328" v="474" actId="14100"/>
          <ac:picMkLst>
            <pc:docMk/>
            <pc:sldMk cId="1469973563" sldId="264"/>
            <ac:picMk id="9" creationId="{FA97F38C-98CC-D15E-FB53-C8D444675EA3}"/>
          </ac:picMkLst>
        </pc:picChg>
      </pc:sldChg>
      <pc:sldChg chg="addSp delSp modSp new mod modClrScheme chgLayout">
        <pc:chgData name="Clement Vanstad" userId="d596826cea3a8914" providerId="LiveId" clId="{F3CEDF0D-2C37-4C72-B81D-C011A3E2EDA1}" dt="2026-03-30T10:27:26.596" v="896" actId="255"/>
        <pc:sldMkLst>
          <pc:docMk/>
          <pc:sldMk cId="1142066719" sldId="265"/>
        </pc:sldMkLst>
        <pc:spChg chg="del mod ord">
          <ac:chgData name="Clement Vanstad" userId="d596826cea3a8914" providerId="LiveId" clId="{F3CEDF0D-2C37-4C72-B81D-C011A3E2EDA1}" dt="2026-03-30T09:57:39.092" v="714" actId="700"/>
          <ac:spMkLst>
            <pc:docMk/>
            <pc:sldMk cId="1142066719" sldId="265"/>
            <ac:spMk id="2" creationId="{765AA1EB-97A6-B831-AACB-414DD5D9B6E6}"/>
          </ac:spMkLst>
        </pc:spChg>
        <pc:spChg chg="del mod ord">
          <ac:chgData name="Clement Vanstad" userId="d596826cea3a8914" providerId="LiveId" clId="{F3CEDF0D-2C37-4C72-B81D-C011A3E2EDA1}" dt="2026-03-30T09:57:39.092" v="714" actId="700"/>
          <ac:spMkLst>
            <pc:docMk/>
            <pc:sldMk cId="1142066719" sldId="265"/>
            <ac:spMk id="3" creationId="{E2A8F29B-CD6E-2CF4-1620-72579D8F906E}"/>
          </ac:spMkLst>
        </pc:spChg>
        <pc:spChg chg="del">
          <ac:chgData name="Clement Vanstad" userId="d596826cea3a8914" providerId="LiveId" clId="{F3CEDF0D-2C37-4C72-B81D-C011A3E2EDA1}" dt="2026-03-30T09:57:39.092" v="714" actId="700"/>
          <ac:spMkLst>
            <pc:docMk/>
            <pc:sldMk cId="1142066719" sldId="265"/>
            <ac:spMk id="4" creationId="{9AB381E8-A6ED-53B8-0180-FA8B4A36F28D}"/>
          </ac:spMkLst>
        </pc:spChg>
        <pc:spChg chg="mod ord">
          <ac:chgData name="Clement Vanstad" userId="d596826cea3a8914" providerId="LiveId" clId="{F3CEDF0D-2C37-4C72-B81D-C011A3E2EDA1}" dt="2026-03-30T10:27:26.596" v="896" actId="255"/>
          <ac:spMkLst>
            <pc:docMk/>
            <pc:sldMk cId="1142066719" sldId="265"/>
            <ac:spMk id="5" creationId="{06A625A3-FE53-D7A1-BC4B-36394B4F1DC8}"/>
          </ac:spMkLst>
        </pc:spChg>
        <pc:spChg chg="add mod ord">
          <ac:chgData name="Clement Vanstad" userId="d596826cea3a8914" providerId="LiveId" clId="{F3CEDF0D-2C37-4C72-B81D-C011A3E2EDA1}" dt="2026-03-30T09:58:24.120" v="742" actId="1076"/>
          <ac:spMkLst>
            <pc:docMk/>
            <pc:sldMk cId="1142066719" sldId="265"/>
            <ac:spMk id="6" creationId="{037DACD6-E687-FC49-8D1F-D3F89DB8BC3E}"/>
          </ac:spMkLst>
        </pc:spChg>
        <pc:spChg chg="add mod ord">
          <ac:chgData name="Clement Vanstad" userId="d596826cea3a8914" providerId="LiveId" clId="{F3CEDF0D-2C37-4C72-B81D-C011A3E2EDA1}" dt="2026-03-30T10:07:07.150" v="849" actId="20577"/>
          <ac:spMkLst>
            <pc:docMk/>
            <pc:sldMk cId="1142066719" sldId="265"/>
            <ac:spMk id="7" creationId="{70EF2473-2FEA-03B1-E177-7124BAD564F9}"/>
          </ac:spMkLst>
        </pc:spChg>
      </pc:sldChg>
      <pc:sldChg chg="addSp delSp modSp new mod ord">
        <pc:chgData name="Clement Vanstad" userId="d596826cea3a8914" providerId="LiveId" clId="{F3CEDF0D-2C37-4C72-B81D-C011A3E2EDA1}" dt="2026-03-30T10:20:03.029" v="893" actId="20577"/>
        <pc:sldMkLst>
          <pc:docMk/>
          <pc:sldMk cId="2863145718" sldId="266"/>
        </pc:sldMkLst>
        <pc:spChg chg="mod">
          <ac:chgData name="Clement Vanstad" userId="d596826cea3a8914" providerId="LiveId" clId="{F3CEDF0D-2C37-4C72-B81D-C011A3E2EDA1}" dt="2026-03-30T09:22:24.779" v="704" actId="14100"/>
          <ac:spMkLst>
            <pc:docMk/>
            <pc:sldMk cId="2863145718" sldId="266"/>
            <ac:spMk id="2" creationId="{FE8EAF9D-049F-9DD3-85CE-FE5C197F9ADC}"/>
          </ac:spMkLst>
        </pc:spChg>
        <pc:spChg chg="del">
          <ac:chgData name="Clement Vanstad" userId="d596826cea3a8914" providerId="LiveId" clId="{F3CEDF0D-2C37-4C72-B81D-C011A3E2EDA1}" dt="2026-03-30T08:56:35.044" v="585"/>
          <ac:spMkLst>
            <pc:docMk/>
            <pc:sldMk cId="2863145718" sldId="266"/>
            <ac:spMk id="3" creationId="{79239DD7-247B-8023-879A-8ED4B7950BBA}"/>
          </ac:spMkLst>
        </pc:spChg>
        <pc:spChg chg="mod">
          <ac:chgData name="Clement Vanstad" userId="d596826cea3a8914" providerId="LiveId" clId="{F3CEDF0D-2C37-4C72-B81D-C011A3E2EDA1}" dt="2026-03-30T10:20:03.029" v="893" actId="20577"/>
          <ac:spMkLst>
            <pc:docMk/>
            <pc:sldMk cId="2863145718" sldId="266"/>
            <ac:spMk id="4" creationId="{EE6EF9D2-5337-62C4-2108-7D632028E6E1}"/>
          </ac:spMkLst>
        </pc:spChg>
        <pc:spChg chg="mod">
          <ac:chgData name="Clement Vanstad" userId="d596826cea3a8914" providerId="LiveId" clId="{F3CEDF0D-2C37-4C72-B81D-C011A3E2EDA1}" dt="2026-03-30T09:22:51.753" v="709" actId="207"/>
          <ac:spMkLst>
            <pc:docMk/>
            <pc:sldMk cId="2863145718" sldId="266"/>
            <ac:spMk id="5" creationId="{5A153F61-25C2-F0B3-C3E3-DCA9FE0032A7}"/>
          </ac:spMkLst>
        </pc:spChg>
        <pc:spChg chg="add del mod">
          <ac:chgData name="Clement Vanstad" userId="d596826cea3a8914" providerId="LiveId" clId="{F3CEDF0D-2C37-4C72-B81D-C011A3E2EDA1}" dt="2026-03-30T08:57:45.801" v="589"/>
          <ac:spMkLst>
            <pc:docMk/>
            <pc:sldMk cId="2863145718" sldId="266"/>
            <ac:spMk id="8" creationId="{57FCCAD9-8982-2887-16DC-A8E9C1C187FB}"/>
          </ac:spMkLst>
        </pc:spChg>
        <pc:picChg chg="add del mod">
          <ac:chgData name="Clement Vanstad" userId="d596826cea3a8914" providerId="LiveId" clId="{F3CEDF0D-2C37-4C72-B81D-C011A3E2EDA1}" dt="2026-03-30T08:56:50.135" v="588" actId="478"/>
          <ac:picMkLst>
            <pc:docMk/>
            <pc:sldMk cId="2863145718" sldId="266"/>
            <ac:picMk id="6" creationId="{BDB20FB5-9118-631C-7C9A-CE68C9217820}"/>
          </ac:picMkLst>
        </pc:picChg>
        <pc:picChg chg="add mod">
          <ac:chgData name="Clement Vanstad" userId="d596826cea3a8914" providerId="LiveId" clId="{F3CEDF0D-2C37-4C72-B81D-C011A3E2EDA1}" dt="2026-03-30T09:22:20.754" v="703" actId="1076"/>
          <ac:picMkLst>
            <pc:docMk/>
            <pc:sldMk cId="2863145718" sldId="266"/>
            <ac:picMk id="9" creationId="{2824C4AD-4A2F-54EA-C624-AA637E6F3EEE}"/>
          </ac:picMkLst>
        </pc:picChg>
      </pc:sldChg>
      <pc:sldChg chg="modSp new mod">
        <pc:chgData name="Clement Vanstad" userId="d596826cea3a8914" providerId="LiveId" clId="{F3CEDF0D-2C37-4C72-B81D-C011A3E2EDA1}" dt="2026-03-30T20:50:34.913" v="913" actId="255"/>
        <pc:sldMkLst>
          <pc:docMk/>
          <pc:sldMk cId="796857658" sldId="267"/>
        </pc:sldMkLst>
        <pc:spChg chg="mod">
          <ac:chgData name="Clement Vanstad" userId="d596826cea3a8914" providerId="LiveId" clId="{F3CEDF0D-2C37-4C72-B81D-C011A3E2EDA1}" dt="2026-03-30T20:50:20.370" v="911" actId="207"/>
          <ac:spMkLst>
            <pc:docMk/>
            <pc:sldMk cId="796857658" sldId="267"/>
            <ac:spMk id="2" creationId="{300BAB7A-4382-8815-B8EA-F574BD2B7BBD}"/>
          </ac:spMkLst>
        </pc:spChg>
        <pc:spChg chg="mod">
          <ac:chgData name="Clement Vanstad" userId="d596826cea3a8914" providerId="LiveId" clId="{F3CEDF0D-2C37-4C72-B81D-C011A3E2EDA1}" dt="2026-03-30T20:50:34.913" v="913" actId="255"/>
          <ac:spMkLst>
            <pc:docMk/>
            <pc:sldMk cId="796857658" sldId="267"/>
            <ac:spMk id="3" creationId="{2A6C38F4-7BDD-7600-0020-E8FA9827B2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62994-4D28-45AB-868B-E03B36C7137D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93CA-18A5-41F6-BC72-AC88C81F78A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370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6F8F4-3573-443F-9757-D6D1288D34D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76CA-B240-4ADA-8C1D-5DACCE41642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B29B-4B3F-4B70-B8AD-18EAE811744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8FA9-D812-4573-B262-3374B71FB04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AB34-8033-4D0A-A36A-3340FF377EA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A7421-9912-40E6-A571-DF32D65C912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959A1-6DBD-4072-80CD-FF33D1A9DF9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97D-319E-4DFE-87C5-0F13EF3A4B5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459F-B7EF-4926-BA86-8AB591531D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359F-1B97-440C-8FF9-8C510226A5F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EF29-BC76-46E2-AD14-549509EA84F6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4A8D-0C46-47DE-83AE-10A20031D69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DCAE-469D-4567-A8D5-779BC101C0C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4DCB5-52C8-4DB2-84C1-856F51D2D0F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A181-D8FA-481C-A23D-585AA42651D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D7A-62AC-4CA3-A52A-AB5E762834E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31C60-145F-40AE-B51E-0882A20A4B2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0023478-DA4D-47C6-86AF-92464E192196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71" y="-196543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Bright Coffee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We are here to serve you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676667-5ACB-E817-7D70-2DF2DE3E74CC}"/>
              </a:ext>
            </a:extLst>
          </p:cNvPr>
          <p:cNvSpPr/>
          <p:nvPr/>
        </p:nvSpPr>
        <p:spPr>
          <a:xfrm>
            <a:off x="8639798" y="5819686"/>
            <a:ext cx="2050991" cy="444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IC Vanstad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A9EA-DD68-9003-2C74-80B1A11F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64067"/>
            <a:ext cx="753545" cy="101807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217" y="393667"/>
            <a:ext cx="9440034" cy="182880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4"/>
                </a:solidFill>
              </a:rPr>
              <a:t>Agenda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50EE636-A392-4531-8DB9-AAF198A57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312" y="2671082"/>
            <a:ext cx="9440034" cy="1114705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ZA" sz="2000" dirty="0"/>
              <a:t>INTRODUCTION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000" dirty="0"/>
              <a:t>BACKGROUND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000" dirty="0"/>
              <a:t>ANALYSIS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000" dirty="0"/>
              <a:t>RECOMMENDATIONS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000" dirty="0"/>
              <a:t>Q&amp;A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86F5F-5B0C-88CA-D5F1-A5353EDB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pPr/>
              <a:t>2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BE56-52D0-8E57-87B7-42C219A4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027" y="1371768"/>
            <a:ext cx="9590550" cy="1828813"/>
          </a:xfrm>
        </p:spPr>
        <p:txBody>
          <a:bodyPr/>
          <a:lstStyle/>
          <a:p>
            <a:r>
              <a:rPr lang="en-ZA" b="1" dirty="0">
                <a:solidFill>
                  <a:schemeClr val="accent4"/>
                </a:solidFill>
              </a:rPr>
              <a:t>INRODUCTION</a:t>
            </a:r>
            <a:br>
              <a:rPr lang="en-ZA" dirty="0"/>
            </a:b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CA3D-1B91-511B-3057-A23C7B70F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2027" y="3057268"/>
            <a:ext cx="9590550" cy="133349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Six months of 2023 (January – June) Transactions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The business recorded 149,456 transactions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80AB-669A-E1DC-08A5-2581575F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pPr/>
              <a:t>3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84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8CD5-6091-9D06-B7D8-A1CF30CA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000" b="1" dirty="0">
                <a:solidFill>
                  <a:schemeClr val="accent4"/>
                </a:solidFill>
              </a:rPr>
              <a:t>Background</a:t>
            </a:r>
            <a:r>
              <a:rPr lang="en-ZA" sz="4000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A94B-8E8E-9FF1-EF77-9CF877A1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993" y="1445511"/>
            <a:ext cx="3300984" cy="764782"/>
          </a:xfrm>
        </p:spPr>
        <p:txBody>
          <a:bodyPr/>
          <a:lstStyle/>
          <a:p>
            <a:pPr algn="l"/>
            <a:r>
              <a:rPr lang="en-ZA" b="1" dirty="0">
                <a:solidFill>
                  <a:schemeClr val="accent4"/>
                </a:solidFill>
              </a:rPr>
              <a:t>Store locations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EA7C5-7001-7856-17E6-689AB5ABBA8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83269" y="2389401"/>
            <a:ext cx="3300984" cy="3023088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/>
              <a:t>New York: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Lower Manhattan,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Hell’s Kitchen,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 Astoria.</a:t>
            </a:r>
            <a:endParaRPr lang="en-ZA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E81B6-6570-62D7-113F-D71576EBA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10909" y="1445510"/>
            <a:ext cx="3300984" cy="764783"/>
          </a:xfrm>
        </p:spPr>
        <p:txBody>
          <a:bodyPr/>
          <a:lstStyle/>
          <a:p>
            <a:pPr algn="l"/>
            <a:r>
              <a:rPr lang="en-ZA" b="1" dirty="0">
                <a:solidFill>
                  <a:schemeClr val="accent4"/>
                </a:solidFill>
              </a:rPr>
              <a:t>Product Category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AE8AF6-33BE-AA0B-F459-B3F85583D99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10909" y="2389401"/>
            <a:ext cx="3300984" cy="3023088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Coffee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Tea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Drinking Chocolate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Bakery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Flavours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Loose Tea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Coffee beans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Packaged Chocolate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Branded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9655DF-3FFD-59E1-DCD0-B0AA70CEB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0770" y="1445511"/>
            <a:ext cx="3300984" cy="764782"/>
          </a:xfrm>
        </p:spPr>
        <p:txBody>
          <a:bodyPr/>
          <a:lstStyle/>
          <a:p>
            <a:pPr algn="l"/>
            <a:r>
              <a:rPr lang="en-ZA" b="1" dirty="0">
                <a:solidFill>
                  <a:schemeClr val="accent4"/>
                </a:solidFill>
              </a:rPr>
              <a:t>Total revenue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C72E2E-D946-05F4-3BB1-542D635D9654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36046" y="2389399"/>
            <a:ext cx="3300984" cy="302308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698812,33</a:t>
            </a:r>
          </a:p>
          <a:p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63213B-3CE3-6432-7A4A-EA2D2EB6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t>4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A3E2ED4-F221-9BA2-902F-C15FE768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340" y="0"/>
            <a:ext cx="5707899" cy="1675559"/>
          </a:xfrm>
        </p:spPr>
        <p:txBody>
          <a:bodyPr/>
          <a:lstStyle/>
          <a:p>
            <a:r>
              <a:rPr lang="en-ZA" sz="4000" b="1" dirty="0">
                <a:solidFill>
                  <a:schemeClr val="accent4"/>
                </a:solidFill>
              </a:rPr>
              <a:t>Analysis</a:t>
            </a:r>
            <a:r>
              <a:rPr lang="en-ZA" sz="4000" dirty="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7BDAF7-B6DB-59D1-33B7-61385922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07906" y="2009743"/>
            <a:ext cx="4588094" cy="3135695"/>
          </a:xfrm>
        </p:spPr>
        <p:txBody>
          <a:bodyPr/>
          <a:lstStyle/>
          <a:p>
            <a:pPr algn="l"/>
            <a:r>
              <a:rPr lang="en-US" sz="1800" b="1" dirty="0">
                <a:solidFill>
                  <a:schemeClr val="accent4"/>
                </a:solidFill>
              </a:rPr>
              <a:t>Sum of Revenue by Store Location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Astoria	 			R232 243,91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Hell's Kitchen	 		R236 511,17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/>
              <a:t>Lower Manhattan		</a:t>
            </a:r>
            <a:r>
              <a:rPr lang="en-US" sz="1800" u="sng" dirty="0"/>
              <a:t>R230 057,25 </a:t>
            </a:r>
          </a:p>
          <a:p>
            <a:pPr algn="l"/>
            <a:r>
              <a:rPr lang="en-US" sz="1800" dirty="0"/>
              <a:t>     Grand Total	 		</a:t>
            </a:r>
            <a:r>
              <a:rPr lang="en-US" sz="1800" u="sng" dirty="0"/>
              <a:t>R698 812,33 </a:t>
            </a:r>
          </a:p>
          <a:p>
            <a:endParaRPr lang="en-Z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CD3FDC-1754-143A-5FE6-1B389219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35" y="2009743"/>
            <a:ext cx="5151566" cy="3055527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2F8092-FB8A-4DC6-3363-117B257C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983890" cy="365125"/>
          </a:xfrm>
        </p:spPr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t>5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31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5884-7779-8D03-1541-D307BBE5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840" y="582662"/>
            <a:ext cx="4554499" cy="1101284"/>
          </a:xfrm>
        </p:spPr>
        <p:txBody>
          <a:bodyPr>
            <a:normAutofit/>
          </a:bodyPr>
          <a:lstStyle/>
          <a:p>
            <a:r>
              <a:rPr lang="en-ZA" sz="4000" b="1" dirty="0">
                <a:solidFill>
                  <a:schemeClr val="accent4"/>
                </a:solidFill>
              </a:rPr>
              <a:t>Analysis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B07F1-BFE3-EC9D-A99E-AEA7AADF4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749" y="2145670"/>
            <a:ext cx="3706889" cy="3543930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ZA" sz="2300" b="1" dirty="0">
                <a:solidFill>
                  <a:schemeClr val="accent4"/>
                </a:solidFill>
              </a:rPr>
              <a:t>Highest to lowest Performing Products by Category: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Coffee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Tea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Bakery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Drinking Chocolate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Coffee beans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Flavours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Branded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Loose Tea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2100" dirty="0"/>
              <a:t>Packaged Chocolate</a:t>
            </a:r>
          </a:p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1221-C044-7EC1-E1BA-AF323ACB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pPr/>
              <a:t>6</a:t>
            </a:fld>
            <a:endParaRPr lang="en-US" sz="1800" dirty="0">
              <a:solidFill>
                <a:schemeClr val="accent4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97F38C-98CC-D15E-FB53-C8D444675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1299" y="2145670"/>
            <a:ext cx="6306776" cy="321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7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260D3A-9D99-13D9-7BE8-DA5B39AA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09600"/>
            <a:ext cx="3706889" cy="866115"/>
          </a:xfrm>
        </p:spPr>
        <p:txBody>
          <a:bodyPr>
            <a:normAutofit/>
          </a:bodyPr>
          <a:lstStyle/>
          <a:p>
            <a:r>
              <a:rPr lang="en-ZA" sz="4000" b="1" dirty="0">
                <a:solidFill>
                  <a:schemeClr val="accent4"/>
                </a:solidFill>
              </a:rPr>
              <a:t>Analysis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6BF8C39-FEE3-2CE4-6D30-E0607B0A2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2" y="492126"/>
            <a:ext cx="6687005" cy="550862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BAC287-B994-CA3B-BD8D-D9128D8F7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1738312"/>
            <a:ext cx="3706889" cy="3016250"/>
          </a:xfrm>
        </p:spPr>
        <p:txBody>
          <a:bodyPr/>
          <a:lstStyle/>
          <a:p>
            <a:pPr algn="l"/>
            <a:r>
              <a:rPr lang="en-ZA" sz="1800" b="1" dirty="0">
                <a:solidFill>
                  <a:schemeClr val="accent4"/>
                </a:solidFill>
              </a:rPr>
              <a:t>Product performance and daily demand: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Coffee is the highest preforming with total Revenue of  R269 952,45 especially on Fridays.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The least performing product are Packaged Chocolate making only R4 407,64.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ZA" b="1" dirty="0"/>
          </a:p>
          <a:p>
            <a:pPr algn="l"/>
            <a:endParaRPr lang="en-ZA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D018C-8C8F-F002-D940-A84590C3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pPr/>
              <a:t>7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76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AF9D-049F-9DD3-85CE-FE5C197F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92128"/>
            <a:ext cx="3706889" cy="956426"/>
          </a:xfrm>
        </p:spPr>
        <p:txBody>
          <a:bodyPr>
            <a:normAutofit/>
          </a:bodyPr>
          <a:lstStyle/>
          <a:p>
            <a:r>
              <a:rPr lang="en-ZA" sz="4000" b="1" dirty="0">
                <a:solidFill>
                  <a:schemeClr val="accent4"/>
                </a:solidFill>
              </a:rPr>
              <a:t>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F9D2-5337-62C4-2108-7D632028E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1303699"/>
            <a:ext cx="3706889" cy="3860801"/>
          </a:xfrm>
        </p:spPr>
        <p:txBody>
          <a:bodyPr/>
          <a:lstStyle/>
          <a:p>
            <a:endParaRPr lang="en-ZA" dirty="0"/>
          </a:p>
          <a:p>
            <a:pPr algn="l"/>
            <a:r>
              <a:rPr lang="en-ZA" sz="1800" b="1" dirty="0">
                <a:solidFill>
                  <a:schemeClr val="accent4"/>
                </a:solidFill>
              </a:rPr>
              <a:t>Highest to Lowest Performing Time of Day</a:t>
            </a:r>
            <a:r>
              <a:rPr lang="en-ZA" dirty="0">
                <a:solidFill>
                  <a:schemeClr val="accent4"/>
                </a:solidFill>
              </a:rPr>
              <a:t>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Mid morning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Rush Hour 1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Afternoon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Rush hour 2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ZA" sz="1800" dirty="0"/>
              <a:t>Night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53F61-25C2-F0B3-C3E3-DCA9FE00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pPr/>
              <a:t>8</a:t>
            </a:fld>
            <a:endParaRPr lang="en-US" sz="1800" dirty="0">
              <a:solidFill>
                <a:schemeClr val="accent4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24C4AD-4A2F-54EA-C624-AA637E6F3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4782" y="492127"/>
            <a:ext cx="6218459" cy="519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4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7DACD6-E687-FC49-8D1F-D3F89DB8B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051" y="719674"/>
            <a:ext cx="9440034" cy="711110"/>
          </a:xfrm>
        </p:spPr>
        <p:txBody>
          <a:bodyPr>
            <a:normAutofit fontScale="90000"/>
          </a:bodyPr>
          <a:lstStyle/>
          <a:p>
            <a:r>
              <a:rPr lang="en-ZA" sz="4000" b="1" dirty="0">
                <a:solidFill>
                  <a:schemeClr val="accent4"/>
                </a:solidFill>
              </a:rPr>
              <a:t>Recommendations</a:t>
            </a:r>
            <a:r>
              <a:rPr lang="en-ZA" dirty="0"/>
              <a:t>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0EF2473-2FEA-03B1-E177-7124BAD56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511929"/>
            <a:ext cx="9440034" cy="3311427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4"/>
                </a:solidFill>
              </a:rPr>
              <a:t>Focus on High-Revenue Products:</a:t>
            </a:r>
            <a:r>
              <a:rPr lang="en-US" sz="1800" b="1" dirty="0"/>
              <a:t> </a:t>
            </a:r>
            <a:r>
              <a:rPr lang="en-US" sz="1800" dirty="0"/>
              <a:t>Prioritize Coffee by stocking more Barista Espresso &amp; Gourmet.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4"/>
                </a:solidFill>
              </a:rPr>
              <a:t>Optimize Peak Hours</a:t>
            </a:r>
            <a:r>
              <a:rPr lang="en-US" sz="1800" b="1" dirty="0"/>
              <a:t>: </a:t>
            </a:r>
            <a:r>
              <a:rPr lang="en-US" sz="1800" dirty="0"/>
              <a:t>Staff and stock heavily during Mid-Morning &amp; Rush Hour, Run evening promotions to lift slow Night sales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chemeClr val="accent4"/>
                </a:solidFill>
              </a:rPr>
              <a:t>Drive Customer Growth: </a:t>
            </a:r>
            <a:r>
              <a:rPr lang="en-US" sz="1800" dirty="0"/>
              <a:t>Launch time-based marketing &amp;Introduce loyalty program for peak-hour customers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4"/>
                </a:solidFill>
              </a:rPr>
              <a:t>Improve Operations:</a:t>
            </a:r>
            <a:r>
              <a:rPr lang="en-US" sz="1800" b="1" dirty="0"/>
              <a:t> </a:t>
            </a:r>
            <a:r>
              <a:rPr lang="en-US" sz="1800" dirty="0"/>
              <a:t>Use 30-minute time buckets for accurate daily forecasting Automate daily sales reports.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4"/>
                </a:solidFill>
              </a:rPr>
              <a:t>Immediate Impact: </a:t>
            </a:r>
            <a:r>
              <a:rPr lang="en-US" sz="1800" dirty="0"/>
              <a:t>Grow revenue by focusing 70% effort on Coffee + peak hours.</a:t>
            </a:r>
            <a:endParaRPr lang="en-ZA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625A3-FE53-D7A1-BC4B-36394B4F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b="1" smtClean="0">
                <a:solidFill>
                  <a:schemeClr val="accent4"/>
                </a:solidFill>
              </a:rPr>
              <a:pPr/>
              <a:t>9</a:t>
            </a:fld>
            <a:endParaRPr lang="en-US" sz="1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06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AB7A-4382-8815-B8EA-F574BD2B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40" y="2171700"/>
            <a:ext cx="10353762" cy="1257300"/>
          </a:xfrm>
        </p:spPr>
        <p:txBody>
          <a:bodyPr/>
          <a:lstStyle/>
          <a:p>
            <a:r>
              <a:rPr lang="en-ZA" dirty="0">
                <a:solidFill>
                  <a:schemeClr val="accent4"/>
                </a:solidFill>
              </a:rPr>
              <a:t>Q&amp;A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C38F4-7BDD-7600-0020-E8FA9827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z="1800" smtClean="0">
                <a:solidFill>
                  <a:schemeClr val="accent4"/>
                </a:solidFill>
              </a:rPr>
              <a:t>10</a:t>
            </a:fld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857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{4BC0EB24-0F2C-42C1-B70D-E51CE323FAF4}tf12214701_win32</Template>
  <TotalTime>1977</TotalTime>
  <Words>280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Goudy Old Style</vt:lpstr>
      <vt:lpstr>Wingdings</vt:lpstr>
      <vt:lpstr>Wingdings 2</vt:lpstr>
      <vt:lpstr>SlateVTI</vt:lpstr>
      <vt:lpstr>Bright Coffee Shop</vt:lpstr>
      <vt:lpstr>Agenda</vt:lpstr>
      <vt:lpstr>INRODUCTION </vt:lpstr>
      <vt:lpstr>Background </vt:lpstr>
      <vt:lpstr>Analysis </vt:lpstr>
      <vt:lpstr>Analysis </vt:lpstr>
      <vt:lpstr>Analysis</vt:lpstr>
      <vt:lpstr>Analysis</vt:lpstr>
      <vt:lpstr>Recommendations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Clement Vanstad</dc:creator>
  <cp:lastModifiedBy>Clement Vanstad</cp:lastModifiedBy>
  <cp:revision>1</cp:revision>
  <dcterms:created xsi:type="dcterms:W3CDTF">2026-03-29T12:37:29Z</dcterms:created>
  <dcterms:modified xsi:type="dcterms:W3CDTF">2026-03-30T21:35:12Z</dcterms:modified>
</cp:coreProperties>
</file>